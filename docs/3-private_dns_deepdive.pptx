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F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-1097280"/>
            <a:ext cx="5486400" cy="5486400"/>
          </a:xfrm>
          <a:prstGeom prst="ellipse">
            <a:avLst/>
          </a:prstGeom>
          <a:solidFill>
            <a:srgbClr val="BC8CFF">
              <a:alpha val="9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-1371600" y="2560320"/>
            <a:ext cx="4114800" cy="4114800"/>
          </a:xfrm>
          <a:prstGeom prst="ellipse">
            <a:avLst/>
          </a:prstGeom>
          <a:solidFill>
            <a:srgbClr val="FF7B72">
              <a:alpha val="9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73152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BC8CFF">
              <a:alpha val="20000"/>
            </a:srgbClr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731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  ·  MOST COMPLEX MODULE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private_dns</a:t>
            </a:r>
            <a:endParaRPr lang="en-US" sz="6200" dirty="0"/>
          </a:p>
        </p:txBody>
      </p:sp>
      <p:sp>
        <p:nvSpPr>
          <p:cNvPr id="21" name="Text 19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Deep-Dive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N×M Resource Factory  ·  flatten()  ·  for Expressions  ·  toset()  ·  Cross-References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15361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35478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39696" y="3218688"/>
            <a:ext cx="15361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3246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139696" y="35478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22192" y="3218688"/>
            <a:ext cx="15361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3246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822192" y="35478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04688" y="3218688"/>
            <a:ext cx="15361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3246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N×M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504688" y="35478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created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87184" y="3218688"/>
            <a:ext cx="1536192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7184" y="32461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87184" y="35478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HCL patterns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12700">
            <a:solidFill>
              <a:srgbClr val="BC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modules/private_dns/  ·  main.tf  ·  variables.tf  ·  outputs.tf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Module Exists — The DNS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breaks without private DNS, and what this module fixes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Private DNS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44752"/>
            <a:ext cx="347472" cy="347472"/>
          </a:xfrm>
          <a:prstGeom prst="ellipse">
            <a:avLst/>
          </a:prstGeom>
          <a:solidFill>
            <a:srgbClr val="C9D1D9">
              <a:alpha val="20000"/>
            </a:srgbClr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1D9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VM in snet-app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myaccount.blob.core.windows.net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304288"/>
            <a:ext cx="347472" cy="347472"/>
          </a:xfrm>
          <a:prstGeom prst="ellipse">
            <a:avLst/>
          </a:prstGeom>
          <a:solidFill>
            <a:srgbClr val="F85149">
              <a:alpha val="20000"/>
            </a:srgbClr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24942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</a:rPr>
              <a:t>DNS resolves to PUBLIC 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</a:rPr>
              <a:t>52.x.x.x (outside Azure backbone)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907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163824"/>
            <a:ext cx="347472" cy="347472"/>
          </a:xfrm>
          <a:prstGeom prst="ellipse">
            <a:avLst/>
          </a:prstGeom>
          <a:solidFill>
            <a:srgbClr val="D29922">
              <a:alpha val="20000"/>
            </a:srgbClr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Traffic hits Azure Firewall,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must be explicitly allowed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7673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</a:rPr>
              <a:t>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877056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023360"/>
            <a:ext cx="347472" cy="347472"/>
          </a:xfrm>
          <a:prstGeom prst="ellipse">
            <a:avLst/>
          </a:prstGeom>
          <a:solidFill>
            <a:srgbClr val="F85149">
              <a:alpha val="20000"/>
            </a:srgbClr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968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</a:rPr>
              <a:t>Data travels over public internet,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</a:rPr>
              <a:t>exposing it to interception risk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Private DNS (this module)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1298448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1444752"/>
            <a:ext cx="347472" cy="347472"/>
          </a:xfrm>
          <a:prstGeom prst="ellipse">
            <a:avLst/>
          </a:prstGeom>
          <a:solidFill>
            <a:srgbClr val="C9D1D9">
              <a:alpha val="20000"/>
            </a:srgbClr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1D9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66944" y="138988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VM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myaccount.blob.core.windows.net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82896" y="204825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2157984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2304288"/>
            <a:ext cx="347472" cy="347472"/>
          </a:xfrm>
          <a:prstGeom prst="ellipse">
            <a:avLst/>
          </a:prstGeom>
          <a:solidFill>
            <a:srgbClr val="3FB950">
              <a:alpha val="20000"/>
            </a:srgbClr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66944" y="224942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Private DNS zone intercepts,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resolves to PRIVATE IP 10.1.10.x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82896" y="2907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73168" y="3017520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8032" y="3163824"/>
            <a:ext cx="347472" cy="347472"/>
          </a:xfrm>
          <a:prstGeom prst="ellipse">
            <a:avLst/>
          </a:prstGeom>
          <a:solidFill>
            <a:srgbClr val="39C5CF">
              <a:alpha val="20000"/>
            </a:srgbClr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C5CF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66944" y="31089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C5CF"/>
                </a:solidFill>
              </a:rPr>
              <a:t>Traffic stays on Azure backbone,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9C5CF"/>
                </a:solidFill>
              </a:rPr>
              <a:t>never touches public internet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82896" y="376732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73168" y="3877056"/>
            <a:ext cx="4023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4023360"/>
            <a:ext cx="347472" cy="347472"/>
          </a:xfrm>
          <a:prstGeom prst="ellipse">
            <a:avLst/>
          </a:prstGeom>
          <a:solidFill>
            <a:srgbClr val="3FB950">
              <a:alpha val="20000"/>
            </a:srgbClr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66944" y="396849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Storage firewall can block 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public access — private only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53712" y="987552"/>
            <a:ext cx="0" cy="395020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681728"/>
            <a:ext cx="91440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70001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Zones this module creates by default: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0" y="4773168"/>
            <a:ext cx="2675534" cy="219456"/>
          </a:xfrm>
          <a:prstGeom prst="roundRect">
            <a:avLst>
              <a:gd name="adj" fmla="val 20833"/>
            </a:avLst>
          </a:prstGeom>
          <a:solidFill>
            <a:srgbClr val="39C5CF">
              <a:alpha val="22000"/>
            </a:srgbClr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4773168"/>
            <a:ext cx="26755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privatelink.blob.core.windows.net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309360" y="4773168"/>
            <a:ext cx="2525573" cy="219456"/>
          </a:xfrm>
          <a:prstGeom prst="roundRect">
            <a:avLst>
              <a:gd name="adj" fmla="val 20833"/>
            </a:avLst>
          </a:prstGeom>
          <a:solidFill>
            <a:srgbClr val="BC8CFF">
              <a:alpha val="22000"/>
            </a:srgbClr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4773168"/>
            <a:ext cx="25255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privatelink.vaultcore.azure.net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API — Complete Interface Contract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input, output, and resource this module owns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 (variables.tf)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43584"/>
            <a:ext cx="4846320" cy="274320"/>
          </a:xfrm>
          <a:prstGeom prst="rect">
            <a:avLst/>
          </a:prstGeom>
          <a:solidFill>
            <a:srgbClr val="BC8C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43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243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2435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1243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0" y="124358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517904"/>
            <a:ext cx="484632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179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resource_group_name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645920" y="15179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97480" y="15179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15179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31920" y="15179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RG for DNS zones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1883664"/>
            <a:ext cx="484632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836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dns_zones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645920" y="18836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list(string)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97480" y="18836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1883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[blob, vault]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1920" y="18836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Zones to create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2249424"/>
            <a:ext cx="484632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49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linked_vnets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645920" y="22494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map(object)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97480" y="2249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17520" y="22494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31920" y="22494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VNets to link to ALL zones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615184"/>
            <a:ext cx="4846320" cy="365760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615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645920" y="26151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map(string)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97480" y="26151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17520" y="2615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931920" y="26151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Applied to all resources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3035808"/>
            <a:ext cx="4846320" cy="10058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15968" y="308152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E3B341">
              <a:alpha val="25000"/>
            </a:srgbClr>
          </a:solidFill>
          <a:ln w="6350">
            <a:solidFill>
              <a:srgbClr val="E3B3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30815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29768" y="3108960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"linked_vnets"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map(object({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vnet_id              = string  # Azure VNet resource 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registration_enabled = bool    # auto-register VM DNS names?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key = human label used in resource names (e.g. "hub", "app", "mgmt")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394960" y="98755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 (outputs.tf)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94960" y="1243584"/>
            <a:ext cx="3429000" cy="1883664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65008" y="128930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FB950">
              <a:alpha val="25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5008" y="12893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04688" y="1316736"/>
            <a:ext cx="32461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"dns_zone_ids"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zone_name, zone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azurerm_private_dns_zone.this 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zone_name =&gt; zone.id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Returns: map of zone name → resource 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e.g. { "privatelink.blob..." = "/subscriptions/.../zones/..."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"dns_zone_names"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keys(azurerm_private_dns_zone.this)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Returns: ["privatelink.blob...", "privatelink.vaultcore..."]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keys() = sorted list of map keys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394960" y="32186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CREATED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3474720"/>
            <a:ext cx="342900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94960" y="3474720"/>
            <a:ext cx="45720" cy="566928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49" name="Text 47"/>
          <p:cNvSpPr/>
          <p:nvPr/>
        </p:nvSpPr>
        <p:spPr>
          <a:xfrm>
            <a:off x="5532120" y="35112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azurerm_private_dns_zone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32120" y="37490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one per entry in dns_zones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94960" y="4133088"/>
            <a:ext cx="3429000" cy="566928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0" y="4133088"/>
            <a:ext cx="45720" cy="56692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3" name="Text 51"/>
          <p:cNvSpPr/>
          <p:nvPr/>
        </p:nvSpPr>
        <p:spPr>
          <a:xfrm>
            <a:off x="5532120" y="41696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azurerm_private_dns_zone_virtual_network_link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32120" y="44074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one per (zone × vnet) pair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4133088"/>
            <a:ext cx="4846320" cy="749808"/>
          </a:xfrm>
          <a:prstGeom prst="rect">
            <a:avLst/>
          </a:prstGeom>
          <a:solidFill>
            <a:srgbClr val="0D1A0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98848" y="417880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3FB950">
              <a:alpha val="25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98848" y="4178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site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29768" y="42062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environments/dev/main.tf call site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"private_dns"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             = "../../modules/private_dns"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module.hub_network.resource_group_name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linked_vnets = 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hub  = { vnet_id = module.hub_network.vnet_id, registration_enabled = false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 = { vnet_id = module.app_spoke.vnet_id,   registration_enabled = false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mgmt = { vnet_id = module.mgmt_spoke.vnet_id,  registration_enabled = false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1: azurerm_private_dns_zone + toset()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can't use a list directly for for_each — and what toset() does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206240" cy="107899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8768" y="103327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7B72">
              <a:alpha val="25000"/>
            </a:srgbClr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8768" y="1033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060704"/>
            <a:ext cx="4023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"azurerm_private_dns_zone" "this"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toset(var.dns_zones)  # ← the key decision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= each.key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= var.resource_group_name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           = var.tags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0" y="98755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Why toset() and not the list directly?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43584"/>
            <a:ext cx="4069080" cy="27432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4358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72200" y="124358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list(string)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43800" y="124358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set(string)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517904"/>
            <a:ext cx="4069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1790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53912" y="151790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list(string)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7507224" y="151790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set(string)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754880" y="1865376"/>
            <a:ext cx="4069080" cy="347472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86537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Ordered?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53912" y="186537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— index 0,1,2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507224" y="1865376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— sorted alphabetically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754880" y="2212848"/>
            <a:ext cx="4069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128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for_each?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53912" y="22128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Not allowed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507224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Allowed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4069080" cy="347472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53912" y="256032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507224" y="25603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 automatically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54880" y="2907792"/>
            <a:ext cx="4069080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07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key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3912" y="290779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Would be numeric [0]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7507224" y="29077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[each.key] = zone name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754880" y="3291840"/>
            <a:ext cx="4069080" cy="987552"/>
          </a:xfrm>
          <a:prstGeom prst="rect">
            <a:avLst/>
          </a:prstGeom>
          <a:solidFill>
            <a:srgbClr val="12101A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91840"/>
            <a:ext cx="45720" cy="9875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33284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each.key === each.value for sets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73752" y="3547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When for_each receives a set, each.key and each.value are both the element itself. So name = each.key gives the zone name as the resource name — clean and explicit. No index gymnastics needed.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" y="21579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addresses produced: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2395728"/>
            <a:ext cx="4206240" cy="19202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2468880"/>
            <a:ext cx="40233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plan output (2 zones → 2 state keys):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module.private_dns.azurerm_private_dns_zone.this["privatelink.blob.core.windows.net"]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module.private_dns.azurerm_private_dns_zone.this["privatelink.vaultcore.azure.net"]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add a zone later — just extend the list: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dns_zones = [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"privatelink.blob.core.windows.net",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"privatelink.vaultcore.azure.net",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"privatelink.azurewebsites.net",   # ← new, adds ONE resource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only adds the new zone. The two existing ones are untouched.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754880" y="4370832"/>
            <a:ext cx="4069080" cy="475488"/>
          </a:xfrm>
          <a:prstGeom prst="rect">
            <a:avLst/>
          </a:prstGeom>
          <a:solidFill>
            <a:srgbClr val="0F1A0F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440740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FB950"/>
                </a:solidFill>
              </a:rPr>
              <a:t>💡  If you used a list and reordered items, Terraform would see [0] change from blob→vault and destroy+recreate. Set ordering is by value, so reordering the HCL has zero effect on state.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N×M Problem — What We Need to Create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DNS zone must be linked to every VNet — that's N zones × M VNets resources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0" y="9601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1207008"/>
            <a:ext cx="1737360" cy="384048"/>
          </a:xfrm>
          <a:prstGeom prst="rect">
            <a:avLst/>
          </a:prstGeom>
          <a:solidFill>
            <a:srgbClr val="58A6FF">
              <a:alpha val="22000"/>
            </a:srgbClr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 (10.0.0.0/16)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93208" y="1207008"/>
            <a:ext cx="1737360" cy="384048"/>
          </a:xfrm>
          <a:prstGeom prst="rect">
            <a:avLst/>
          </a:prstGeom>
          <a:solidFill>
            <a:srgbClr val="58A6FF">
              <a:alpha val="22000"/>
            </a:srgbClr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(10.1.0.0/16)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0296" y="1207008"/>
            <a:ext cx="1737360" cy="384048"/>
          </a:xfrm>
          <a:prstGeom prst="rect">
            <a:avLst/>
          </a:prstGeom>
          <a:solidFill>
            <a:srgbClr val="58A6FF">
              <a:alpha val="22000"/>
            </a:srgbClr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0296" y="1207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mgmt (10.2.0.0/16)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164592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61872" y="1664208"/>
            <a:ext cx="1874520" cy="749808"/>
          </a:xfrm>
          <a:prstGeom prst="rect">
            <a:avLst/>
          </a:prstGeom>
          <a:solidFill>
            <a:srgbClr val="FF7B72">
              <a:alpha val="22000"/>
            </a:srgbClr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682496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privatelink.blob.core.windows.net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1664208"/>
            <a:ext cx="1737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642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resource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of 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93208" y="1664208"/>
            <a:ext cx="1737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16642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resource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of 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0296" y="1664208"/>
            <a:ext cx="1737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6642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resource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of 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61872" y="2578608"/>
            <a:ext cx="1874520" cy="749808"/>
          </a:xfrm>
          <a:prstGeom prst="rect">
            <a:avLst/>
          </a:prstGeom>
          <a:solidFill>
            <a:srgbClr val="FF7B72">
              <a:alpha val="22000"/>
            </a:srgbClr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2596896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privatelink.vaultcore.azure.net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46120" y="2578608"/>
            <a:ext cx="1737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5786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resource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of 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93208" y="2578608"/>
            <a:ext cx="1737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25786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resource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of 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0296" y="2578608"/>
            <a:ext cx="173736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25786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resource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of 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0" y="3566160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BC8CFF">
              <a:alpha val="2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5661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zones  ×  3 VNets  =  6 link resources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3456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749040"/>
            <a:ext cx="2743200" cy="3566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49040"/>
            <a:ext cx="45720" cy="3566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7673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separate collections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8912" y="393192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dns_zones is a list. linked_vnets is a map. Terraform has no built-in "cross join" — you have to construct it yourself using HCL expressions.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4178808"/>
            <a:ext cx="2743200" cy="3566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178808"/>
            <a:ext cx="45720" cy="3566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41970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needs a flat map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38912" y="436168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for_each cannot accept a nested structure. The output of the cartesian product must be a flat map&lt;string, object&gt; with a unique string key per pair.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4608576"/>
            <a:ext cx="2743200" cy="35661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608576"/>
            <a:ext cx="45720" cy="35661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" y="46268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must be stable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8912" y="479145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If a key changes (e.g. zone name or vnet label), Terraform destroys and recreates that link resource. Key design matters enormously for day-2 safety.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675120" y="3547872"/>
            <a:ext cx="2148840" cy="804672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35844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20840" y="378561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zones + 5 VNets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15 link resources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zones + 10 VNets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100 link resources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 the flatten() Expression — Step by Step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Deconstructing the nested for from first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— Inner loop: for each zone, collect all vnet objects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1887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61872"/>
            <a:ext cx="83210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ONE zone name, inner for produces a LIST of objects (one per VNet):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vnet_label, vnet in var.linked_vnets :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       = "${replace("privatelink.blob.core.windows.net",".","-")}-${vnet_label}"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zone_name  = "privatelink.blob.core.windows.net"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vnet_id    = vnet.vnet_id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 for "blob" zone: [ {key="...-hub",...}, {key="...-app",...}, {key="...-mgmt",...} ]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— Outer loop: wrap in outer for over all zones → produces a LIST of LISTS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8503920" cy="120700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761488"/>
            <a:ext cx="8321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                                       # outer [ ] — the outer for produces this outer list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zone_name in var.dns_zones : [      # for each zone we get an INNER list  ← THIS is the problem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vnet_label, vnet in var.linked_vnets : { ...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 WITHOUT flatten — a nested list-of-lists (depth 2, for_each can't handle it):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{key="blob-hub",...}, {key="blob-app",...}, {key="blob-mgmt",...} ],   # blob zone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{key="vault-hub",...},{key="vault-app",...},{key="vault-mgmt",...} ],   # vault zone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20040" y="398678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— flatten() collapses one level of nesting → flat list, ready for for_each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4206240"/>
            <a:ext cx="8503920" cy="89611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279392"/>
            <a:ext cx="8321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flatten([...])  # removes exactly ONE layer of nesting — list-of-lists → flat list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 AFTER flatten — flat list of 6 objects, all at depth 1: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{key="privatelink-blob-core-windows-net-hub",   zone_name="blob...", vnet_id="..."},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{key="privatelink-blob-core-windows-net-app",   zone_name="blob...", vnet_id="..."},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{key="privatelink-blob-core-windows-net-mgmt",  zone_name="blob...", vnet_id="..."},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{key="privatelink-vault-core-azure-net-hub",    zone_name="vault...",vnet_id="..."},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{key="privatelink-vault-core-azure-net-app",    zone_name="vault...",vnet_id="..."},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{key="privatelink-vault-core-azure-net-mgmt",   zone_name="vault...",vnet_id="..."},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# ← this is now usable with: { for link in this_list : link.key =&gt; link }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locals{} Block — Every Line Dissected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14 lines that power the entire N×M machinery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4160520" cy="40416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13048" y="101498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FF7B72">
              <a:alpha val="25000"/>
            </a:srgbClr>
          </a:solidFill>
          <a:ln w="6350">
            <a:solidFill>
              <a:srgbClr val="FF7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3048" y="1014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042416"/>
            <a:ext cx="397764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vnet_zone_links = flatten([           ①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zone_name in var.dns_zones : [  ②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vnet_label, vnet             ③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 var.linked_vnets :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= "${replace(             ④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zone_name, ".", "-"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)}-${vnet_label}"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zone_name            = zone_name ⑤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vnet_label           = vnet_label ⑥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vnet_id              = vnet.vnet_id ⑦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registration_enabled =           ⑧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vnet.registration_enabled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709160" y="969264"/>
            <a:ext cx="2148840" cy="1298448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69264"/>
            <a:ext cx="45720" cy="12984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8888" y="137160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flatten([…])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818888" y="164592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Wraps the entire expression. Collapses the outer list-of-lists into a single flat list. flatten() only removes ONE level — deeper nesting stays intact.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949440" y="969264"/>
            <a:ext cx="2148840" cy="1298448"/>
          </a:xfrm>
          <a:prstGeom prst="rect">
            <a:avLst/>
          </a:prstGeom>
          <a:solidFill>
            <a:srgbClr val="161B22"/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969264"/>
            <a:ext cx="45720" cy="1298448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59168" y="137160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zone_name in var.dns_zones : [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059168" y="164592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Outer for. Iterates over the list of DNS zone name strings. Produces a list of values — each value is itself a list (the inner for result).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09160" y="2386584"/>
            <a:ext cx="2148840" cy="1298448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86584"/>
            <a:ext cx="45720" cy="129844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18888" y="27889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vnet_label, vnet in var.linked_vnets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818888" y="306324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Inner for on a map — two-variable form. vnet_label is the map key (e.g. "hub"), vnet is the object value ({vnet_id, registration_enabled}).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49440" y="2386584"/>
            <a:ext cx="2148840" cy="1298448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386584"/>
            <a:ext cx="45720" cy="129844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7" name="Text 25"/>
          <p:cNvSpPr/>
          <p:nvPr/>
        </p:nvSpPr>
        <p:spPr>
          <a:xfrm>
            <a:off x="705916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59168" y="278892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"${replace(zone_name, ".", "-")}-${vnet_label}"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059168" y="306324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The composite key. replace() sanitises the zone name (dots→dashes). Result: "privatelink-blob-core-windows-net-hub". Must be globally unique across all (zone, vnet) pairs.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3803904"/>
            <a:ext cx="2148840" cy="1298448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803904"/>
            <a:ext cx="45720" cy="129844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18888" y="420624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zone_name + vnet_label preserved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818888" y="448056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Both source identifiers are stored inside the object. They're needed later to look up the DNS zone resource (⑤) and to name the link resource (⑥).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49440" y="3803904"/>
            <a:ext cx="2148840" cy="1298448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3803904"/>
            <a:ext cx="45720" cy="129844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7" name="Text 35"/>
          <p:cNvSpPr/>
          <p:nvPr/>
        </p:nvSpPr>
        <p:spPr>
          <a:xfrm>
            <a:off x="7059168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⑦⑧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59168" y="420624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vnet_id + registration_enabled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7059168" y="448056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Flattened out of the nested vnet object for convenience. registration_enabled=false here — we're using manual A records from Private Endpoints, not auto-registration.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0040" y="5047488"/>
            <a:ext cx="8503920" cy="347472"/>
          </a:xfrm>
          <a:prstGeom prst="rect">
            <a:avLst/>
          </a:prstGeom>
          <a:solidFill>
            <a:srgbClr val="0D1A27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506577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</a:rPr>
              <a:t>💡  The local is a list, not a map. The conversion to map happens at the for_each = { for link in local.vnet_zone_links : link.key =&gt; link } step in the resource block.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2 — for_each on Local + Cross-Reference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Converting the flat list to a keyed map, then cross-referencing Resource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4663440" cy="18288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15968" y="1014984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BC8CFF">
              <a:alpha val="25000"/>
            </a:srgbClr>
          </a:solidFill>
          <a:ln w="6350">
            <a:solidFill>
              <a:srgbClr val="BC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10149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042416"/>
            <a:ext cx="44805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"azurerm_private_dns_zone_virtual_network_link" "this"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{              ①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link in local.vnet_zone_links : link.key =&gt; link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       = "link-${each.value.vnet_label}"  ②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resource_group_name   = var.resource_group_name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private_dns_zone_name = azurerm_private_dns_zone.this[   ③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each.value.zone_name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].name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virtual_network_id    = each.value.vnet_id                ④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registration_enabled  = each.value.registration_enabled  ⑤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                 = var.tags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20040" y="2871216"/>
            <a:ext cx="4663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871216"/>
            <a:ext cx="45720" cy="438912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898648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 List → map conversion inline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438912" y="3108960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</a:rPr>
              <a:t>{ for link in local.vnet_zone_links : link.key =&gt; link } — a for expression inside { } produces a map. link.key (the composite string we built) becomes the map key. This is the standard pattern for converting a flat list to a for_each-compatible map.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4663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83280"/>
            <a:ext cx="45720" cy="43891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410712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 name = "link-\${each.value.vnet_label}"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38912" y="3621024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</a:rPr>
              <a:t>The link resource name only needs to be unique within its DNS zone (not globally). Using just the vnet label is sufficient. If zones are distinct, link-hub appears once per zone — Terraform tracks them by their full address.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20040" y="3895344"/>
            <a:ext cx="4663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95344"/>
            <a:ext cx="45720" cy="43891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922776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 Cross-reference: azurerm_private_dns_zone.this[each.value.zone_name]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38912" y="4133088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</a:rPr>
              <a:t>This is the most sophisticated line in the module. It looks up Resource 1 using the zone_name stored in each link object. This creates an IMPLICIT DEPENDENCY — Terraform knows the zone must exist before the link can be created.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320040" y="4407408"/>
            <a:ext cx="4663440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407408"/>
            <a:ext cx="45720" cy="43891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4434840"/>
            <a:ext cx="446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④⑤  vnet_id + registration_enabled from each.value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38912" y="4645152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949E"/>
                </a:solidFill>
              </a:rPr>
              <a:t>Both values were preserved in the object during the flatten step. No separate variable lookups needed. registration_enabled = false everywhere because we're using manual Private Endpoint A records, not Azure VM auto-registration.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230368" y="969264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72"/>
                </a:solidFill>
              </a:rPr>
              <a:t>Implicit dependency via cross-reference ③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30368" y="1243584"/>
            <a:ext cx="3593592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0368" y="1243584"/>
            <a:ext cx="3593592" cy="54864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29" name="Text 27"/>
          <p:cNvSpPr/>
          <p:nvPr/>
        </p:nvSpPr>
        <p:spPr>
          <a:xfrm>
            <a:off x="5321808" y="1316736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azurerm_private_dns_zone.this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21808" y="1517904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keyed by zone name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has: .id, .name, .number_of_record_sets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22592" y="2029968"/>
            <a:ext cx="0" cy="274320"/>
          </a:xfrm>
          <a:prstGeom prst="line">
            <a:avLst/>
          </a:prstGeom>
          <a:noFill/>
          <a:ln w="19050">
            <a:solidFill>
              <a:srgbClr val="FF7B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0665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exist first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230368" y="2304288"/>
            <a:ext cx="359359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30368" y="2304288"/>
            <a:ext cx="3593592" cy="5486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5" name="Text 33"/>
          <p:cNvSpPr/>
          <p:nvPr/>
        </p:nvSpPr>
        <p:spPr>
          <a:xfrm>
            <a:off x="5321808" y="23774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azurerm_private_dns_zone_virtual_network_link.this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21808" y="2743200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 zone via: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.this[each.value.zone_name].name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30368" y="3328416"/>
            <a:ext cx="3593592" cy="1389888"/>
          </a:xfrm>
          <a:prstGeom prst="rect">
            <a:avLst/>
          </a:prstGeom>
          <a:solidFill>
            <a:srgbClr val="12101A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0096" y="3364992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</a:rPr>
              <a:t>How Terraform resolves this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0096" y="3602736"/>
            <a:ext cx="3410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The expression azurerm_private_dns_zone.this[each.value.zone_name] tells Terraform's graph engine: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"I need the resource with this key to exist before I can create this link." Terraform automatically puts the zone in a prior plan wave. You never need an explicit depends_on — the reference itself carries the dependency.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This is why the zone_name field was preserved in the flatten step.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 — Azure Naming Rules &amp; Key Design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dots are illegal in resource names, and how the composite key is designed for safety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 function anatomy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25296"/>
            <a:ext cx="4114800" cy="2340864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271016"/>
            <a:ext cx="658368" cy="201168"/>
          </a:xfrm>
          <a:prstGeom prst="roundRect">
            <a:avLst>
              <a:gd name="adj" fmla="val 22727"/>
            </a:avLst>
          </a:prstGeom>
          <a:solidFill>
            <a:srgbClr val="E3B341">
              <a:alpha val="25000"/>
            </a:srgbClr>
          </a:solidFill>
          <a:ln w="635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2710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98448"/>
            <a:ext cx="393192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replace(string, search, replace)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module: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replace(zone_name, ".", "-")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↑ input    ↑ find  ↑ replace with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transform: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"privatelink.blob.core.windows.net"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↓  replace(".", "-")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"privatelink-blob-core-windows-net"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 used in the composite key: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"${replace(zone_name,".","-")}-${vnet_label}"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"privatelink-blob-core-windows-net-hub"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"privatelink-blob-core-windows-net-app"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"privatelink-vault-core-azure-net-hub"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etc — each is globally unique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20040" y="3657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Azure resource naming constraints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913632"/>
            <a:ext cx="4114800" cy="256032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913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7360" y="3913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3913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Denied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4169664"/>
            <a:ext cx="411480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696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 link name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37360" y="41696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a-z A-Z 0-9 - _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90672" y="4169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dots, spaces, special chars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4425696"/>
            <a:ext cx="4114800" cy="256032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256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zone name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737360" y="44256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a-z 0-9 . -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090672" y="4425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uppercase, spaces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" y="4681728"/>
            <a:ext cx="411480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817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account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737360" y="46817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a-z 0-9 only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90672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hyphens, dots, uppercase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4937760"/>
            <a:ext cx="4114800" cy="256032"/>
          </a:xfrm>
          <a:prstGeom prst="rect">
            <a:avLst/>
          </a:prstGeom>
          <a:solidFill>
            <a:srgbClr val="010409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377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group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737360" y="493776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a-z A-Z 0-9 - _ 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90672" y="4937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5149"/>
                </a:solidFill>
              </a:rPr>
              <a:t>starts with period, trailing space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09160" y="9692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key design analysis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243584"/>
            <a:ext cx="411480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243584"/>
            <a:ext cx="45720" cy="822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129844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Uniqueness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8032" y="149961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replace(zone_name) + vnet_label guarantees a unique key per (zone, vnet) pair. As long as vnet labels are unique in the calling code, no collisions are possible.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828032" y="182880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privatelink-blob-core-windows-net-hub  ✓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09160" y="2176272"/>
            <a:ext cx="411480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176272"/>
            <a:ext cx="45720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223113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8032" y="2432304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The key depends on zone_name (from var.dns_zones) and vnet_label (the map key in linked_vnets). Neither changes accidentally. Only intentional changes cause resource recreation.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828032" y="276148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Adding a 3rd zone adds 3 new keys, touches 0 existing ones  ✓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09160" y="3108960"/>
            <a:ext cx="411480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108960"/>
            <a:ext cx="45720" cy="8229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28032" y="316382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Readability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336499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The key is human-readable in terraform state list output. Engineers can immediately identify which (zone, vnet) pair a link resource corresponds to without decoding an opaque ID.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828032" y="369417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azurerm_...link.this["privatelink-blob-...-hub"]  ✓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09160" y="4041648"/>
            <a:ext cx="4114800" cy="822960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4041648"/>
            <a:ext cx="45720" cy="82296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409651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compliance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28032" y="429768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replace() transforms dots to hyphens, making the key safe for use in Azure resource names. The actual link resource name uses just the vnet_label, which has no dots.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828032" y="462686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"link-hub" (not "link-privatelink.blob...-hub")  ✓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Outputs, State Addresses &amp; Terraform Plan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plan shows, what state looks like, what callers receive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 — two outputs, two patterns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25296"/>
            <a:ext cx="4297680" cy="263347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8768" y="1271016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FB950">
              <a:alpha val="25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12710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outputs.tf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1298448"/>
            <a:ext cx="41148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"dns_zone_ids"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zone_name, zone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azurerm_private_dns_zone.this 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zone_name =&gt; zone.id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"privatelink.blob.core.windows.net"   = "/subscriptions/…/dnszones/privatelink.blob…"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"privatelink.vaultcore.azure.net"     = "/subscriptions/…/dnszones/privatelink.vault…"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}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"dns_zone_names"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keys(azurerm_private_dns_zone.this)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Returns: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"privatelink.blob.core.windows.net",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"privatelink.vaultcore.azure.net",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]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keys() = sorted alphabetically (set behaviour)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0040" y="3931920"/>
            <a:ext cx="429768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931920"/>
            <a:ext cx="45720" cy="402336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3968496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map in resource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" y="4151376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{ for k, v in resource_map : k =&gt; v.attr } — iterates the for_each resource map and extracts one attribute per entry. Produces a map with the same keys.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4407408"/>
            <a:ext cx="4297680" cy="402336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407408"/>
            <a:ext cx="45720" cy="40233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4443984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keys(resource_map)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" y="4626864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Returns the sorted key list of a for_each resource. Equivalent to keys({ for k, v in r : k =&gt; v }) but terser. Returns a list(string).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64608" y="969264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 — all 8 addresses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64608" y="1225296"/>
            <a:ext cx="3959352" cy="263347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1271016"/>
            <a:ext cx="1325880" cy="201168"/>
          </a:xfrm>
          <a:prstGeom prst="roundRect">
            <a:avLst>
              <a:gd name="adj" fmla="val 22727"/>
            </a:avLst>
          </a:prstGeom>
          <a:solidFill>
            <a:srgbClr val="3FB950">
              <a:alpha val="25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1271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state list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74336" y="1298448"/>
            <a:ext cx="377647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state list | grep private_dns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DNS Zone resources (2):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module.private_dns.azurerm_private_dns_zone.this["privatelink.blob.core.windows.net"]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module.private_dns.azurerm_private_dns_zone.this["privatelink.vaultcore.azure.net"]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VNet Link resources (6 = 2 zones × 3 vnets):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module.private_dns.azurerm_private_dns_zone_virtual_network_link.this["privatelink-blob-core-windows-net-app"]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module.private_dns.azurerm_private_dns_zone_virtual_network_link.this["privatelink-blob-core-windows-net-hub"]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module.private_dns.azurerm_private_dns_zone_virtual_network_link.this["privatelink-blob-core-windows-net-mgmt"]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module.private_dns.azurerm_private_dns_zone_virtual_network_link.this["privatelink-vault-core-azure-net-app"]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module.private_dns.azurerm_private_dns_zone_virtual_network_link.this["privatelink-vault-core-azure-net-hub"]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module.private_dns.azurerm_private_dns_zone_virtual_network_link.this["privatelink-vault-core-azure-net-mgmt"]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Total: 8 resources from 3 variables + 14 lines of HCL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864608" y="3931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 excerpt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64608" y="4169664"/>
            <a:ext cx="3959352" cy="86868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36408" y="421538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39C5CF">
              <a:alpha val="25000"/>
            </a:srgbClr>
          </a:solidFill>
          <a:ln w="6350">
            <a:solidFill>
              <a:srgbClr val="39C5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36408" y="4215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74336" y="4242816"/>
            <a:ext cx="3776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8 to add, 0 to change, 0 to destroy.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module.private_dns.azurerm_private_dns_zone.this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["privatelink.blob.core.windows.net"] will be created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resource "azurerm_private_dns_zone" "this"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name = "privatelink.blob.core.windows.net"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module.private_dns.azurerm_private_dns_zone_virtual_network_link.this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["privatelink-blob-core-windows-net-hub"] will be created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resource "azurerm_private_dns_zone_virtual_network_link" "this"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name                   = "link-hub"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private_dns_zone_name  = "privatelink.blob.core.windows.net"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virtual_network_id     = (known after apply)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registration_enabled   = false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Gotchas, Edge Cases &amp; Extending the Module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can go wrong, what's intentional, and how to add more zones or VNets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92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⚠  Common Mistakes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206240" cy="164592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45720" cy="16459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3167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Changing a vnet_label key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536192"/>
            <a:ext cx="4078224" cy="1316736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609344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linked_vnets = { hub = {...}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— renamed to "hub-vnet":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linked_vnets = { hub-vnet = {...} 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Effect: Terraform destroys ALL links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"hub" in the key and recreates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"hub-vnet". DNS resolution breaks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during the apply window.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3090672"/>
            <a:ext cx="4206240" cy="1645920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090672"/>
            <a:ext cx="45720" cy="16459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1455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registration_enabled = true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364992"/>
            <a:ext cx="4078224" cy="1316736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438144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 NOT do this for spoke VNets: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registration_enabled = true  # ← danger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auto-registers VM hostnames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into the zone. Breaks Private Endpoint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resolution — PE A record conflicts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auto-registered VM record.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 false unless you explicitly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need VM auto-registration.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3168" y="969264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✅  How to Extend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1243584"/>
            <a:ext cx="4050792" cy="245059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36408" y="1289304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3FB950">
              <a:alpha val="25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36408" y="1289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extension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82896" y="1316736"/>
            <a:ext cx="38679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new DNS zone — 1 line change: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dns_zones = [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"privatelink.blob.core.windows.net",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"privatelink.vaultcore.azure.net",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"privatelink.azurewebsites.net",   # ← NEW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"privatelink.database.windows.net", # ← NEW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+2 zones, +6 new link resources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 new zones × 3 existing VNets)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 existing resources touched.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new VNet — add one key to linked_vnets: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linked_vnets =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hub  = { vnet_id = …, registration_enabled = false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  = { vnet_id = …, registration_enabled = false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mgmt = { vnet_id = …, registration_enabled = false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{ vnet_id = module.data_spoke.vnet_id,  # ← NEW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registration_enabled = false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+2 new link resources (1 new vnet × 2 zones)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 existing resources touched.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773168" y="3749040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⛔  Unsafe Operations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4005072"/>
            <a:ext cx="4050792" cy="914400"/>
          </a:xfrm>
          <a:prstGeom prst="rect">
            <a:avLst/>
          </a:prstGeom>
          <a:solidFill>
            <a:srgbClr val="170A0A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53528" y="405079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F85149">
              <a:alpha val="25000"/>
            </a:srgbClr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4050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causes destroy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82896" y="4078224"/>
            <a:ext cx="3867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DESTROYS all link resources for that zone: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Removing a zone from dns_zones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dns_zones = 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"privatelink.blob.core.windows.net", ← REMOVED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"privatelink.vaultcore.azure.net",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DESTROYS all links for that VNet: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Removing/renaming a linked_vnets 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linked_vnets =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hub = { … }  ← REMOVED — destroys 2 links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  = { …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removal only possible with: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state rm &lt;address&gt; first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19050">
            <a:solidFill>
              <a:srgbClr val="FF7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private_dns — Pattern Map &amp; Mental Model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4173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9C5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1417320" cy="45720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82296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var.dns_zones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list(string)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29184" y="16276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709928" y="749808"/>
            <a:ext cx="256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19072" y="749808"/>
            <a:ext cx="14173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749808"/>
            <a:ext cx="14173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73936" y="82296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var.linked_vnets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map(object)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773936" y="16276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54680" y="749808"/>
            <a:ext cx="256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63824" y="749808"/>
            <a:ext cx="14173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749808"/>
            <a:ext cx="141732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18688" y="82296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flatten([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zone:[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vnet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218688" y="16276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cartesian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99432" y="749808"/>
            <a:ext cx="256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08576" y="749808"/>
            <a:ext cx="14173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749808"/>
            <a:ext cx="141732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82296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local.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vnet_zone_links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list(object)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663440" y="16276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list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items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44184" y="749808"/>
            <a:ext cx="256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53328" y="749808"/>
            <a:ext cx="14173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53328" y="749808"/>
            <a:ext cx="141732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7" name="Text 25"/>
          <p:cNvSpPr/>
          <p:nvPr/>
        </p:nvSpPr>
        <p:spPr>
          <a:xfrm>
            <a:off x="6108192" y="82296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for link: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link.key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link }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108192" y="16276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list→map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88936" y="749808"/>
            <a:ext cx="2560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98080" y="749808"/>
            <a:ext cx="14173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749808"/>
            <a:ext cx="14173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2" name="Text 30"/>
          <p:cNvSpPr/>
          <p:nvPr/>
        </p:nvSpPr>
        <p:spPr>
          <a:xfrm>
            <a:off x="7552944" y="822960"/>
            <a:ext cx="1307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keyed map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resources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552944" y="16276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N×M links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2176272"/>
            <a:ext cx="2889504" cy="1243584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" y="2176272"/>
            <a:ext cx="45720" cy="124358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23113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toset(list)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245059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for_each = toset(var.dns_zones)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365760" y="2688336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Converts list → set. Enables for_each (lists not allowed). Resource key = zone name string. Reordering HCL has zero effect on state.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218688" y="2176272"/>
            <a:ext cx="2889504" cy="1243584"/>
          </a:xfrm>
          <a:prstGeom prst="rect">
            <a:avLst/>
          </a:prstGeom>
          <a:solidFill>
            <a:srgbClr val="161B22"/>
          </a:solidFill>
          <a:ln w="9525">
            <a:solidFill>
              <a:srgbClr val="BC8C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8688" y="2176272"/>
            <a:ext cx="45720" cy="124358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1" name="Text 39"/>
          <p:cNvSpPr/>
          <p:nvPr/>
        </p:nvSpPr>
        <p:spPr>
          <a:xfrm>
            <a:off x="3328416" y="223113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for + flatten()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28416" y="245059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flatten([for a in X : [for b in Y : {…}]])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328416" y="2688336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Only way to create a cartesian product in HCL. Outer for produces list-of-lists. flatten() collapses one nesting level. Result is a plain list of objects.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181344" y="2176272"/>
            <a:ext cx="2889504" cy="1243584"/>
          </a:xfrm>
          <a:prstGeom prst="rect">
            <a:avLst/>
          </a:prstGeom>
          <a:solidFill>
            <a:srgbClr val="161B22"/>
          </a:solidFill>
          <a:ln w="9525">
            <a:solidFill>
              <a:srgbClr val="39C5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81344" y="2176272"/>
            <a:ext cx="45720" cy="1243584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223113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9C5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→ keyed map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91072" y="2450592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for obj in local.list : obj.key =&gt; obj }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6291072" y="2688336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for_each requires a map or set, never a list. This inline expression is the standard adapter. The key must be unique and stable — it becomes the resource address in state.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256032" y="3511296"/>
            <a:ext cx="2889504" cy="1243584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" y="3511296"/>
            <a:ext cx="45720" cy="124358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1" name="Text 49"/>
          <p:cNvSpPr/>
          <p:nvPr/>
        </p:nvSpPr>
        <p:spPr>
          <a:xfrm>
            <a:off x="365760" y="356616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Cross-reference by computed key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378561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resource.type.name[each.value.field].attr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365760" y="4023360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Looks up a sibling resource using a value stored in the current object. Creates an implicit dependency — no depends_on needed. Terraform's graph resolves ordering automatically.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3218688" y="3511296"/>
            <a:ext cx="2889504" cy="1243584"/>
          </a:xfrm>
          <a:prstGeom prst="rect">
            <a:avLst/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18688" y="3511296"/>
            <a:ext cx="45720" cy="124358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6" name="Text 54"/>
          <p:cNvSpPr/>
          <p:nvPr/>
        </p:nvSpPr>
        <p:spPr>
          <a:xfrm>
            <a:off x="3328416" y="356616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 for name safety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28416" y="378561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replace(zone_name, ".", "-")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3328416" y="4023360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Azure resource names prohibit dots. replace() sanitises zone names for use in composite keys and resource names. The original zone_name is preserved separately for lookups.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6181344" y="3511296"/>
            <a:ext cx="2889504" cy="1243584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81344" y="3511296"/>
            <a:ext cx="45720" cy="124358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61" name="Text 59"/>
          <p:cNvSpPr/>
          <p:nvPr/>
        </p:nvSpPr>
        <p:spPr>
          <a:xfrm>
            <a:off x="6291072" y="356616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Two-variable for on map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91072" y="378561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map_variable : {…}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6291072" y="4023360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9D1D9"/>
                </a:solidFill>
              </a:rPr>
              <a:t>When iterating a map, use two variables to get both key (vnet_label) and value (vnet object). Single-variable for on a map only gives the value — you lose the key.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5" name="Shape 63"/>
          <p:cNvSpPr/>
          <p:nvPr/>
        </p:nvSpPr>
        <p:spPr>
          <a:xfrm>
            <a:off x="0" y="4681728"/>
            <a:ext cx="9144000" cy="0"/>
          </a:xfrm>
          <a:prstGeom prst="line">
            <a:avLst/>
          </a:prstGeom>
          <a:noFill/>
          <a:ln w="12700">
            <a:solidFill>
              <a:srgbClr val="FF7B7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variables  ·  14 lines of HCL  ·  8 Azure resources  ·  infinitely scalable  ·  zero duplicates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2026-04-27T08:18:07Z</dcterms:created>
  <dcterms:modified xsi:type="dcterms:W3CDTF">2026-04-27T08:18:07Z</dcterms:modified>
</cp:coreProperties>
</file>