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7B0C6"/>
                </a:solidFill>
              </a:rPr>
              <a:t>INFRASTRUCTURE AS CODE  ·  MICROSOFT AZURE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Hub-and-Spoke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7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 Codebase — End-to-End Walkthrough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469087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46908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Terraform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73352" y="469087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673352" y="46908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Azure VNet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35224" y="469087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2935224" y="46908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Hub-Spoke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97096" y="469087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197096" y="46908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Firewall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58968" y="469087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458968" y="46908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Bastion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20840" y="469087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6908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Private DNS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982712" y="469087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982712" y="46908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VNet Peering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Hub-and-Spoke?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hub-and-spoke topology is the standard enterprise network pattern on Azure — one central hub VNet hosts shared services, while spoke VNets isolate individual workloads.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783080"/>
            <a:ext cx="45720" cy="65836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🔒  Centralised Security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All traffic flows through Azure Firewall in the hub for inspection &amp; filtering.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2532888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532888"/>
            <a:ext cx="45720" cy="65836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551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🔗  VNet Peering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7797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Hub ↔ Spoke peering allows spokes to share hub services with no overlapping CIDRs.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3282696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282696"/>
            <a:ext cx="45720" cy="65836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300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🗂️  Workload Isolation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Each spoke (app, mgmt) runs in its own resource group and VNet.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4032504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4032504"/>
            <a:ext cx="45720" cy="65836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050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🛡️  Secure Admin Access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2793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Azure Bastion in the hub provides browser-based RDP/SSH to all spoke VMs.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0" y="2057400"/>
            <a:ext cx="1280160" cy="11887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0" y="205740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10.0.0.0/16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9040" y="1737360"/>
            <a:ext cx="1325880" cy="658368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49040" y="173736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 Spoke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10.1.0.0/16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49040" y="3154680"/>
            <a:ext cx="1325880" cy="658368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31546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Mgmt Spoke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10.2.0.0/16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863840" y="1737360"/>
            <a:ext cx="1325880" cy="658368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863840" y="173736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Internet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(Egress)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863840" y="3154680"/>
            <a:ext cx="1325880" cy="658368"/>
          </a:xfrm>
          <a:prstGeom prst="rect">
            <a:avLst/>
          </a:prstGeom>
          <a:solidFill>
            <a:srgbClr val="7BA7B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63840" y="31546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On-Premises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(Future)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74920" y="2066544"/>
            <a:ext cx="594360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74920" y="3483864"/>
            <a:ext cx="594360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2066544"/>
            <a:ext cx="914400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0" y="3483864"/>
            <a:ext cx="914400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This Codebase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52160" y="3566160"/>
            <a:ext cx="91440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dot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Codebase Overview — Module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7BC"/>
                </a:solidFill>
              </a:rPr>
              <a:t>8 reusable Terraform modules · 1 environment (dev) · 1 bootstrap for remote state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2344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1280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hub_network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645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Central VNet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10.0.0.0/16 · 4 subnets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188720"/>
            <a:ext cx="2743200" cy="12344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88720"/>
            <a:ext cx="27432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77056" y="1280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77056" y="1645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Azure Firewall Standard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Network + App rules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188720"/>
            <a:ext cx="2743200" cy="12344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188720"/>
            <a:ext cx="27432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21424" y="1280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21424" y="1645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Azure Bastion Standard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Browser-based RDP/SSH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606040"/>
            <a:ext cx="2743200" cy="12344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06040"/>
            <a:ext cx="2743200" cy="5486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2688" y="2697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spoke_network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0632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Reusable spoke template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App + Mgmt spokes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18688" y="2606040"/>
            <a:ext cx="2743200" cy="12344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60604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3328416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77056" y="2697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77056" y="30632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Bidirectional VNet peering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Hub ↔ each spoke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63056" y="2606040"/>
            <a:ext cx="2743200" cy="12344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2606040"/>
            <a:ext cx="27432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6272784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21424" y="2697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private_dns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21424" y="30632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Private DNS zones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Blob · Key Vault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114800"/>
            <a:ext cx="8595360" cy="749808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114800"/>
            <a:ext cx="54864" cy="7498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bootstrap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Pre-deployment module — creates Azure Blob Storage for Terraform remote state.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Run once before the main environment. Outputs a ready-to-paste backend.tf snippet.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Hub Network — The Shared Services Core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10.0.0.0/16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57400" y="7772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The Hub VNet (vnet-hubspoke-hub-dev-weu) lives in its own resource group and hosts all shared network services. All spoke traffic routes through the hub's Firewall before reaching the internet.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29768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Subnet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417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CIDR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4173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Purpose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64792"/>
            <a:ext cx="42976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764792"/>
            <a:ext cx="45720" cy="40233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6479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AzureFirewallSubnet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17647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10.0.1.0/26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66160" y="17647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Required name for Firewall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167128"/>
            <a:ext cx="4297680" cy="402336"/>
          </a:xfrm>
          <a:prstGeom prst="rect">
            <a:avLst/>
          </a:prstGeom>
          <a:solidFill>
            <a:srgbClr val="EE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167128"/>
            <a:ext cx="45720" cy="40233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16712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AzureBastionSubnet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40" y="21671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10.0.2.0/26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66160" y="21671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Required name for Bastion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569464"/>
            <a:ext cx="42976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69464"/>
            <a:ext cx="45720" cy="40233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56946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snet-shared-*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77440" y="2569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10.0.3.0/24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66160" y="2569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Shared services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971800"/>
            <a:ext cx="4297680" cy="402336"/>
          </a:xfrm>
          <a:prstGeom prst="rect">
            <a:avLst/>
          </a:prstGeom>
          <a:solidFill>
            <a:srgbClr val="EEF6FA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2971800"/>
            <a:ext cx="45720" cy="402336"/>
          </a:xfrm>
          <a:prstGeom prst="rect">
            <a:avLst/>
          </a:prstGeom>
          <a:solidFill>
            <a:srgbClr val="7BA7BC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297180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snet-dns-*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77440" y="29718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10.0.4.0/24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66160" y="29718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Custom DNS resolvers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Services in the Hub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92040" y="187452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1874520"/>
            <a:ext cx="54864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18745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77840" y="1938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Azure Firewall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2221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7BC"/>
                </a:solidFill>
              </a:rPr>
              <a:t>Standard SKU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288036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2880360"/>
            <a:ext cx="54864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28803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577840" y="29443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Azure Bastion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77840" y="3227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7BC"/>
                </a:solidFill>
              </a:rPr>
              <a:t>Standard SKU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92040" y="38862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92040" y="3886200"/>
            <a:ext cx="54864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38862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577840" y="39502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Private DNS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577840" y="42336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7BC"/>
                </a:solidFill>
              </a:rPr>
              <a:t>2 zones linked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A7BC"/>
                </a:solidFill>
              </a:rPr>
              <a:t>💡  Resource naming follows Azure CAF conventions: rg-hubspoke-hub-dev-weu, vnet-hubspoke-hub-dev-weu …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Spoke Networks — App &amp;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8"/>
                </a:solidFill>
              </a:rPr>
              <a:t>Both spokes are created from the same reusable spoke_network module — a VNet, subnets, a route table pointing to the hub Firewall, and peering back to the hub.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35204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4114800" cy="5486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🌐  App Spoke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spoke_name = "app"  ·  10.1.0.0/16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384048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Subnet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91640" y="2103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CIDR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0" y="2103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UDR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3840480" cy="384048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957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snet-web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91640" y="23957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10.1.1.0/24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0" y="23957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✅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3957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7BC"/>
                </a:solidFill>
              </a:rPr>
              <a:t>Web tier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779776"/>
            <a:ext cx="3840480" cy="384048"/>
          </a:xfrm>
          <a:prstGeom prst="rect">
            <a:avLst/>
          </a:prstGeom>
          <a:solidFill>
            <a:srgbClr val="16243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797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snet-app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91640" y="27797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10.1.2.0/24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0" y="27797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7797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7BC"/>
                </a:solidFill>
              </a:rPr>
              <a:t>App tier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163824"/>
            <a:ext cx="3840480" cy="384048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6382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snet-pep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91640" y="316382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10.1.10.0/24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0" y="31638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❌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31638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7BC"/>
                </a:solidFill>
              </a:rPr>
              <a:t>Private endpoints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60273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7BC"/>
                </a:solidFill>
              </a:rPr>
              <a:t>Route Table: all traffic (0.0.0.0/0) → Azure Firewall private 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A7BC"/>
                </a:solidFill>
              </a:rPr>
              <a:t>Subnets with apply_udr=true get the route table attached automatically.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251960"/>
            <a:ext cx="3840480" cy="420624"/>
          </a:xfrm>
          <a:prstGeom prst="rect">
            <a:avLst/>
          </a:prstGeom>
          <a:solidFill>
            <a:srgbClr val="1A2E2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7939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CC71"/>
                </a:solidFill>
              </a:rPr>
              <a:t>💡 snet-pep has UDR off and private_endpoint_network_policies=Disabled — this is required for Private Endpoint connectivity.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1280160"/>
            <a:ext cx="4114800" cy="35204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280160"/>
            <a:ext cx="41148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</a:rPr>
              <a:t>🛠️  Management Spoke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9204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spoke_name = "mgmt"  ·  10.2.0.0/16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103120"/>
            <a:ext cx="384048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2103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Subnet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72200" y="2103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CIDR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406640" y="2103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UDR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2395728"/>
            <a:ext cx="3840480" cy="384048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23957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snet-tools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72200" y="23957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10.2.1.0/24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06640" y="23957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✅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863840" y="23957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7BC"/>
                </a:solidFill>
              </a:rPr>
              <a:t>CI/CD, monitoring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92040" y="2880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7BC"/>
                </a:solidFill>
              </a:rPr>
              <a:t>The mgmt spoke hosts operational tooling — CI/CD agents, monitoring infrastructure, jump boxes, etc.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A7BC"/>
                </a:solidFill>
              </a:rPr>
              <a:t>Extendable: add more subnets via the subnets variable map.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566160"/>
            <a:ext cx="3840480" cy="1115568"/>
          </a:xfrm>
          <a:prstGeom prst="rect">
            <a:avLst/>
          </a:prstGeom>
          <a:solidFill>
            <a:srgbClr val="1A2436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3639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</a:rPr>
              <a:t>Adding a New Spoke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83480" y="391363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"new_spoke" {
</a:t>
            </a:r>
            <a:pPr indent="0" marL="0">
              <a:buNone/>
            </a:pPr>
            <a:r>
              <a:rPr lang="en-US" sz="8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= "../../modules/spoke_network"
</a:t>
            </a:r>
            <a:pPr indent="0" marL="0">
              <a:buNone/>
            </a:pPr>
            <a:r>
              <a:rPr lang="en-US" sz="8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spoke_name = "data"
</a:t>
            </a:r>
            <a:pPr indent="0" marL="0">
              <a:buNone/>
            </a:pPr>
            <a:r>
              <a:rPr lang="en-US" sz="8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vnet_cidr  = "10.3.0.0/16"
</a:t>
            </a:r>
            <a:pPr indent="0" marL="0">
              <a:buNone/>
            </a:pPr>
            <a:r>
              <a:rPr lang="en-US" sz="850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Security Layer — Azure Firewall &amp; Bastion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43891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77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🔥  Azure Firewall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A7BC"/>
                </a:solidFill>
              </a:rPr>
              <a:t>SKU Tier: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73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A7BC"/>
                </a:solidFill>
              </a:rPr>
              <a:t>Policy: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673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 Policy (AFWP)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0208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A7BC"/>
                </a:solidFill>
              </a:rPr>
              <a:t>Subnet: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0208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AzureFirewallSubnet (/26)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368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A7BC"/>
                </a:solidFill>
              </a:rPr>
              <a:t>Public IP: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3682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Standard PIP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Firewall Rules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081528"/>
            <a:ext cx="3749040" cy="4572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3081528"/>
            <a:ext cx="36576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998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</a:rPr>
              <a:t>Network Rule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32644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allow-http-https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30998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A7BC"/>
                </a:solidFill>
              </a:rPr>
              <a:t>TCP 80/443 · Source: 10.0.0.0/8 → Any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3630168"/>
            <a:ext cx="3749040" cy="4572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630168"/>
            <a:ext cx="36576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6484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</a:rPr>
              <a:t>Network Rule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" y="3813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allow-dns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36484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A7BC"/>
                </a:solidFill>
              </a:rPr>
              <a:t>UDP+TCP 53 · Source: 10.0.0.0/8 → Any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11480" y="4178808"/>
            <a:ext cx="3749040" cy="4572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4178808"/>
            <a:ext cx="36576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197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</a:rPr>
              <a:t>App Rule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2920" y="4361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allow-azure-management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08760" y="4197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A7BC"/>
                </a:solidFill>
              </a:rPr>
              <a:t>HTTPS 443 · *.azure.com, *.microsoft.com …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777240"/>
            <a:ext cx="4114800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777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🛡️  Azure Bastion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92040" y="1325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A7BC"/>
                </a:solidFill>
              </a:rPr>
              <a:t>SKU: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1325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16733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A7BC"/>
                </a:solidFill>
              </a:rPr>
              <a:t>Subnet: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16733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AzureBastionSubnet (/26)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202082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A7BC"/>
                </a:solidFill>
              </a:rPr>
              <a:t>Public IP: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20208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Standard PIP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23682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A7BC"/>
                </a:solidFill>
              </a:rPr>
              <a:t>Access: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26480" y="23682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Browser-based, no open ports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Why Bastion?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92040" y="3136392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5102352" y="3090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No need to expose VMs to the internet via public IPs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3557016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6" name="Text 44"/>
          <p:cNvSpPr/>
          <p:nvPr/>
        </p:nvSpPr>
        <p:spPr>
          <a:xfrm>
            <a:off x="5102352" y="3511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No NSG rules for RDP/SSH required on spoke subnets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92040" y="397764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5102352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Audit trail of all sessions in Azure Monitor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92040" y="4398264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5102352" y="43525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Works from any browser — no VPN client needed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Connectivity — VNet Peering &amp; Private DNS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</a:rPr>
              <a:t>VNet Peering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</a:rPr>
              <a:t>The peering module creates bidirectional links between hub and each spoke.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08760" y="1572768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57276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Hub VNet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10.0.0.0/16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Spoke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10.1.0.0/16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29260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Mgmt Spoke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10.2.0.0/16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0" y="2304288"/>
            <a:ext cx="320040" cy="621792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2926080"/>
            <a:ext cx="320040" cy="-621792"/>
          </a:xfrm>
          <a:prstGeom prst="line">
            <a:avLst/>
          </a:prstGeom>
          <a:noFill/>
          <a:ln w="19050">
            <a:solidFill>
              <a:srgbClr val="27B0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5054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E9AA7"/>
                </a:solidFill>
              </a:rPr>
              <a:t>peer →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63040" y="27157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B0C6"/>
                </a:solidFill>
              </a:rPr>
              <a:t>← peer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834640" y="2304288"/>
            <a:ext cx="320040" cy="621792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2926080"/>
            <a:ext cx="320040" cy="-621792"/>
          </a:xfrm>
          <a:prstGeom prst="line">
            <a:avLst/>
          </a:prstGeom>
          <a:noFill/>
          <a:ln w="19050">
            <a:solidFill>
              <a:srgbClr val="27B0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822192"/>
            <a:ext cx="411480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8221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Setting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91640" y="38221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Hub→Spoke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63240" y="38221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Spoke→Hub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4114800" cy="256032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allow_forwarded_traffic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91640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E8"/>
                </a:solidFill>
              </a:rPr>
              <a:t>true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017520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E8"/>
                </a:solidFill>
              </a:rPr>
              <a:t>true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4370832"/>
            <a:ext cx="4114800" cy="256032"/>
          </a:xfrm>
          <a:prstGeom prst="rect">
            <a:avLst/>
          </a:prstGeom>
          <a:solidFill>
            <a:srgbClr val="16243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43708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allow_vnet_access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91640" y="43708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E8"/>
                </a:solidFill>
              </a:rPr>
              <a:t>true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017520" y="43708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E8"/>
                </a:solidFill>
              </a:rPr>
              <a:t>true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4320" y="4626864"/>
            <a:ext cx="4114800" cy="256032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6268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allow_gateway_transit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691640" y="46268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E8"/>
                </a:solidFill>
              </a:rPr>
              <a:t>false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017520" y="46268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E8"/>
                </a:solidFill>
              </a:rPr>
              <a:t>–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4882896"/>
            <a:ext cx="4114800" cy="256032"/>
          </a:xfrm>
          <a:prstGeom prst="rect">
            <a:avLst/>
          </a:prstGeom>
          <a:solidFill>
            <a:srgbClr val="162436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8828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use_remote_gateways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691640" y="48828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E8"/>
                </a:solidFill>
              </a:rPr>
              <a:t>–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017520" y="48828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D8E8"/>
                </a:solidFill>
              </a:rPr>
              <a:t>false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0C6"/>
                </a:solidFill>
              </a:rPr>
              <a:t>Private DNS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754880" y="1115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</a:rPr>
              <a:t>Centralised DNS resolution for Azure PaaS services using Private Endpoints.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1572768"/>
            <a:ext cx="4114800" cy="5486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1572768"/>
            <a:ext cx="45720" cy="548640"/>
          </a:xfrm>
          <a:prstGeom prst="rect">
            <a:avLst/>
          </a:prstGeom>
          <a:solidFill>
            <a:srgbClr val="27B0C6"/>
          </a:solidFill>
          <a:ln/>
        </p:spPr>
      </p:sp>
      <p:sp>
        <p:nvSpPr>
          <p:cNvPr id="42" name="Text 40"/>
          <p:cNvSpPr/>
          <p:nvPr/>
        </p:nvSpPr>
        <p:spPr>
          <a:xfrm>
            <a:off x="4864608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 privatelink.blob.core.windows.net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64608" y="1901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7BC"/>
                </a:solidFill>
              </a:rPr>
              <a:t>Linked to Hub VNet · App Spoke · Mgmt Spoke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54880" y="2231136"/>
            <a:ext cx="4114800" cy="5486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2231136"/>
            <a:ext cx="45720" cy="548640"/>
          </a:xfrm>
          <a:prstGeom prst="rect">
            <a:avLst/>
          </a:prstGeom>
          <a:solidFill>
            <a:srgbClr val="27B0C6"/>
          </a:solidFill>
          <a:ln/>
        </p:spPr>
      </p:sp>
      <p:sp>
        <p:nvSpPr>
          <p:cNvPr id="46" name="Text 44"/>
          <p:cNvSpPr/>
          <p:nvPr/>
        </p:nvSpPr>
        <p:spPr>
          <a:xfrm>
            <a:off x="4864608" y="2304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 privatelink.vaultcore.azure.net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64608" y="2560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A7BC"/>
                </a:solidFill>
              </a:rPr>
              <a:t>Linked to Hub VNet · App Spoke · Mgmt Spoke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5488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How it works: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3337560"/>
            <a:ext cx="128016" cy="128016"/>
          </a:xfrm>
          <a:prstGeom prst="ellipse">
            <a:avLst/>
          </a:prstGeom>
          <a:solidFill>
            <a:srgbClr val="27B0C6"/>
          </a:solidFill>
          <a:ln/>
        </p:spPr>
      </p:sp>
      <p:sp>
        <p:nvSpPr>
          <p:cNvPr id="50" name="Text 48"/>
          <p:cNvSpPr/>
          <p:nvPr/>
        </p:nvSpPr>
        <p:spPr>
          <a:xfrm>
            <a:off x="4956048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Private Endpoint in snet-pep creates an A record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3730752"/>
            <a:ext cx="128016" cy="128016"/>
          </a:xfrm>
          <a:prstGeom prst="ellipse">
            <a:avLst/>
          </a:prstGeom>
          <a:solidFill>
            <a:srgbClr val="27B0C6"/>
          </a:solidFill>
          <a:ln/>
        </p:spPr>
      </p:sp>
      <p:sp>
        <p:nvSpPr>
          <p:cNvPr id="52" name="Text 50"/>
          <p:cNvSpPr/>
          <p:nvPr/>
        </p:nvSpPr>
        <p:spPr>
          <a:xfrm>
            <a:off x="4956048" y="3685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All VNets resolve *.blob.core.windows.net → private IP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54880" y="4123944"/>
            <a:ext cx="128016" cy="128016"/>
          </a:xfrm>
          <a:prstGeom prst="ellipse">
            <a:avLst/>
          </a:prstGeom>
          <a:solidFill>
            <a:srgbClr val="27B0C6"/>
          </a:solidFill>
          <a:ln/>
        </p:spPr>
      </p:sp>
      <p:sp>
        <p:nvSpPr>
          <p:cNvPr id="54" name="Text 52"/>
          <p:cNvSpPr/>
          <p:nvPr/>
        </p:nvSpPr>
        <p:spPr>
          <a:xfrm>
            <a:off x="4956048" y="4078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Traffic stays on the Azure backbone — never public internet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54880" y="4517136"/>
            <a:ext cx="128016" cy="128016"/>
          </a:xfrm>
          <a:prstGeom prst="ellipse">
            <a:avLst/>
          </a:prstGeom>
          <a:solidFill>
            <a:srgbClr val="27B0C6"/>
          </a:solidFill>
          <a:ln/>
        </p:spPr>
      </p:sp>
      <p:sp>
        <p:nvSpPr>
          <p:cNvPr id="56" name="Text 54"/>
          <p:cNvSpPr/>
          <p:nvPr/>
        </p:nvSpPr>
        <p:spPr>
          <a:xfrm>
            <a:off x="4956048" y="4471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registration_enabled: false on all links (manual records)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Bootstrap — Terraform Remote State on Azure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Why remote state?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133856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Terraform state tracks real resources. Storing it locally works for one developer but breaks down in teams — concurrent runs corrupt state, secrets leak, and disaster recovery is impossible. The bootstrap module provisions Azure Blob Storage as a secure, versioned, team-shared backend.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20240" y="2331720"/>
            <a:ext cx="4114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47088"/>
            <a:ext cx="173736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470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3591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Run bootstrap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72491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bootstrap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 &amp;&amp; terraform apply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96512" y="2331720"/>
            <a:ext cx="4114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847088"/>
            <a:ext cx="173736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90672" y="18470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090672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96312" y="23591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Get snippet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23744" y="272491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backend_config_snippet output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environments/dev/backend.tf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72784" y="2331720"/>
            <a:ext cx="4114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847088"/>
            <a:ext cx="173736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66944" y="18470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266944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72584" y="23591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Reinit env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0016" y="272491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environments/dev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 (migrates state to Azure)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03136" y="1847088"/>
            <a:ext cx="173736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43216" y="18470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443216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48856" y="23591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Deploy infra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76288" y="272491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&amp;&amp; terraform apply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(state now lives in Azure Blob)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4005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What the bootstrap creates: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315968"/>
            <a:ext cx="8595360" cy="201168"/>
          </a:xfrm>
          <a:prstGeom prst="rect">
            <a:avLst/>
          </a:prstGeom>
          <a:solidFill>
            <a:srgbClr val="EEF6F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3159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azurerm_resource_group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91840" y="4315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→  rg-hubspoke-tfstate-dev-weu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517136"/>
            <a:ext cx="859536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5171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azurerm_storage_account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91840" y="45171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→  st{prefix}tfst{random_hex} · TLS 1.2 · Versioning 30 days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4718304"/>
            <a:ext cx="8595360" cy="201168"/>
          </a:xfrm>
          <a:prstGeom prst="rect">
            <a:avLst/>
          </a:prstGeom>
          <a:solidFill>
            <a:srgbClr val="EEF6F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7183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azurerm_storage_container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91840" y="47183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→  tfstate (private access)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9194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azurerm_role_assignment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9184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→  Storage Blob Data Contributor for deploying identity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</a:rPr>
              <a:t>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Production-Ready Hub-Spoke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Full Azure enterprise network in one Terraform apply — hub, two spokes, firewall, bastion, DNS and peering all wired together.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20624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22960"/>
            <a:ext cx="4206240" cy="45720"/>
          </a:xfrm>
          <a:prstGeom prst="rect">
            <a:avLst/>
          </a:prstGeom>
          <a:solidFill>
            <a:srgbClr val="27B0C6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914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Fully Modular &amp; Reusable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2801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Each module (hub_network, spoke_network, firewall …) is independently versioned. Adding a third spoke is a copy-paste of 10 lines.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20624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420624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2860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 Trust by Default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Spoke traffic is forced through Azure Firewall via UDRs. No spoke-to-internet path exists without explicit Firewall rules.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194560"/>
            <a:ext cx="420624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194560"/>
            <a:ext cx="4206240" cy="457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2860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Private Endpoint Ready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6517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snet-pep subnet + Private DNS zones mean PaaS services (Blob, Key Vault) can be accessed privately without public exposure.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66160"/>
            <a:ext cx="4206240" cy="45720"/>
          </a:xfrm>
          <a:prstGeom prst="rect">
            <a:avLst/>
          </a:prstGeom>
          <a:solidFill>
            <a:srgbClr val="B8D8E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657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Remote State from Day One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0233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Bootstrap module sets up versioned Azure Blob storage for state — secure, concurrent-safe, and disaster-recoverable.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566160"/>
            <a:ext cx="420624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66160"/>
            <a:ext cx="4206240" cy="45720"/>
          </a:xfrm>
          <a:prstGeom prst="rect">
            <a:avLst/>
          </a:prstGeom>
          <a:solidFill>
            <a:srgbClr val="7BA7BC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A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657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Azure CAF Naming Conventions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0233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8E8"/>
                </a:solidFill>
              </a:rPr>
              <a:t>All resource names follow Cloud Adoption Framework patterns (rg-, vnet-, snet-, afw-, bas-, pip-) for governance and clarity.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681728"/>
            <a:ext cx="85953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8E8"/>
                </a:solidFill>
              </a:rPr>
              <a:t>Terraform · Azure VNet · Hub-Spoke · Firewall · Bastion · Private DNS · Remote State · CAF Naming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Hub-and-Spoke — Terraform IaC</dc:title>
  <dc:subject>PptxGenJS Presentation</dc:subject>
  <dc:creator>PptxGenJS</dc:creator>
  <cp:lastModifiedBy>PptxGenJS</cp:lastModifiedBy>
  <cp:revision>1</cp:revision>
  <dcterms:created xsi:type="dcterms:W3CDTF">2026-04-27T07:24:21Z</dcterms:created>
  <dcterms:modified xsi:type="dcterms:W3CDTF">2026-04-27T07:24:21Z</dcterms:modified>
</cp:coreProperties>
</file>